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76" r:id="rId1"/>
  </p:sldMasterIdLst>
  <p:notesMasterIdLst>
    <p:notesMasterId r:id="rId10"/>
  </p:notesMasterIdLst>
  <p:sldIdLst>
    <p:sldId id="376" r:id="rId2"/>
    <p:sldId id="363" r:id="rId3"/>
    <p:sldId id="364" r:id="rId4"/>
    <p:sldId id="365" r:id="rId5"/>
    <p:sldId id="366" r:id="rId6"/>
    <p:sldId id="375" r:id="rId7"/>
    <p:sldId id="368" r:id="rId8"/>
    <p:sldId id="36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2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rimsonBlock"/>
          <p:cNvSpPr>
            <a:spLocks noGrp="1"/>
          </p:cNvSpPr>
          <p:nvPr/>
        </p:nvSpPr>
        <p:spPr>
          <a:xfrm>
            <a:off x="0" y="0"/>
            <a:ext cx="9144000" cy="30864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2171700"/>
          </a:xfrm>
        </p:spPr>
        <p:txBody>
          <a:bodyPr/>
          <a:lstStyle>
            <a:lvl1pPr algn="ctr"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00400"/>
            <a:ext cx="8229600" cy="1143000"/>
          </a:xfrm>
        </p:spPr>
        <p:txBody>
          <a:bodyPr/>
          <a:lstStyle>
            <a:lvl1pPr marL="0" indent="0" algn="ctr">
              <a:buNone/>
              <a:defRPr sz="2000">
                <a:solidFill>
                  <a:srgbClr val="1A1A1A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CCD3D0F1-8AA3-47D0-82B9-330AF294E589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1" name="BottomBarL1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Footer Placeholder"/>
          <p:cNvSpPr>
            <a:spLocks noGrp="1"/>
          </p:cNvSpPr>
          <p:nvPr>
            <p:ph type="ftr" idx="11"/>
          </p:nvPr>
        </p:nvSpPr>
        <p:spPr>
          <a:xfrm>
            <a:off x="2857500" y="4953000"/>
            <a:ext cx="3428700" cy="190500"/>
          </a:xfrm>
        </p:spPr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and"/>
          <p:cNvSpPr>
            <a:spLocks noGrp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14300"/>
            <a:ext cx="8458200" cy="685800"/>
          </a:xfrm>
        </p:spPr>
        <p:txBody>
          <a:bodyPr anchor="ctr"/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000800"/>
            <a:ext cx="8458200" cy="3657600"/>
          </a:xfrm>
        </p:spPr>
        <p:txBody>
          <a:bodyPr/>
          <a:lstStyle>
            <a:lvl1pPr marL="342900" indent="-342900">
              <a:buChar char="•"/>
              <a:defRPr sz="1800">
                <a:solidFill>
                  <a:srgbClr val="1A1A1A"/>
                </a:solidFill>
              </a:defRPr>
            </a:lvl1pPr>
            <a:lvl2pPr marL="685800" indent="-342900">
              <a:buChar char="–"/>
              <a:defRPr sz="1600">
                <a:solidFill>
                  <a:srgbClr val="333333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88A05520-3BA9-42E3-8160-62053E72374E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1" name="BottomBarL2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rgbClr val="841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7300"/>
            <a:ext cx="8229600" cy="1371600"/>
          </a:xfrm>
        </p:spPr>
        <p:txBody>
          <a:bodyPr anchor="ctr"/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42900"/>
            <a:ext cx="8229600" cy="914400"/>
          </a:xfrm>
        </p:spPr>
        <p:txBody>
          <a:bodyPr/>
          <a:lstStyle>
            <a:lvl1pPr algn="l">
              <a:defRPr sz="2000">
                <a:solidFill>
                  <a:srgbClr val="F5E6E8"/>
                </a:solidFill>
              </a:defRPr>
            </a:lvl1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764D8BA2-2F67-4E5D-B51B-4F9828029729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BottomBar_200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and4"/>
          <p:cNvSpPr>
            <a:spLocks noGrp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14300"/>
            <a:ext cx="8458200" cy="685800"/>
          </a:xfrm>
        </p:spPr>
        <p:txBody>
          <a:bodyPr anchor="ctr"/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914400"/>
            <a:ext cx="4038600" cy="3885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800" y="914400"/>
            <a:ext cx="4038600" cy="3885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l"/>
            <a:r>
              <a:rPr lang="en-US"/>
              <a:t>Click to edit Master text styles</a:t>
            </a:r>
          </a:p>
          <a:p>
            <a:pPr lvl="1" algn="l"/>
            <a:r>
              <a:rPr lang="en-US"/>
              <a:t>Second level</a:t>
            </a:r>
          </a:p>
          <a:p>
            <a:pPr lvl="2" algn="l"/>
            <a:r>
              <a:rPr lang="en-US"/>
              <a:t>Third level</a:t>
            </a:r>
          </a:p>
          <a:p>
            <a:pPr lvl="3" algn="l"/>
            <a:r>
              <a:rPr lang="en-US"/>
              <a:t>Fourth level</a:t>
            </a:r>
          </a:p>
          <a:p>
            <a:pPr lvl="4" algn="l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454DC2B3-D2FA-4DF7-86D6-112719817237}" type="datetime1">
              <a:rPr lang="en-US" smtClean="0"/>
              <a:t>6/3/2026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1" name="BottomBar_201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and5"/>
          <p:cNvSpPr>
            <a:spLocks noGrp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14300"/>
            <a:ext cx="8458200" cy="685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914400"/>
            <a:ext cx="4038600" cy="3429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314990"/>
            <a:ext cx="4038600" cy="352401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l"/>
            <a:r>
              <a:rPr lang="en-US"/>
              <a:t>Click to edit Master text styles</a:t>
            </a:r>
          </a:p>
          <a:p>
            <a:pPr lvl="1" algn="l"/>
            <a:r>
              <a:rPr lang="en-US"/>
              <a:t>Second level</a:t>
            </a:r>
          </a:p>
          <a:p>
            <a:pPr lvl="2" algn="l"/>
            <a:r>
              <a:rPr lang="en-US"/>
              <a:t>Third level</a:t>
            </a:r>
          </a:p>
          <a:p>
            <a:pPr lvl="3" algn="l"/>
            <a:r>
              <a:rPr lang="en-US"/>
              <a:t>Fourth level</a:t>
            </a:r>
          </a:p>
          <a:p>
            <a:pPr lvl="4" algn="l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2800" y="914400"/>
            <a:ext cx="4038600" cy="34290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ctr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2800" y="1314990"/>
            <a:ext cx="4038600" cy="352401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/>
            <a:r>
              <a:rPr lang="en-US"/>
              <a:t>Click to edit Master text styles</a:t>
            </a:r>
          </a:p>
          <a:p>
            <a:pPr lvl="1" algn="r"/>
            <a:r>
              <a:rPr lang="en-US"/>
              <a:t>Second level</a:t>
            </a:r>
          </a:p>
          <a:p>
            <a:pPr lvl="2" algn="r"/>
            <a:r>
              <a:rPr lang="en-US"/>
              <a:t>Third level</a:t>
            </a:r>
          </a:p>
          <a:p>
            <a:pPr lvl="3" algn="r"/>
            <a:r>
              <a:rPr lang="en-US"/>
              <a:t>Fourth level</a:t>
            </a:r>
          </a:p>
          <a:p>
            <a:pPr lvl="4" algn="r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C9085DEF-B1C3-47C9-BE3E-F525CADD625B}" type="datetime1">
              <a:rPr lang="en-US" smtClean="0"/>
              <a:t>6/3/2026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1" name="BottomBar_201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and6"/>
          <p:cNvSpPr>
            <a:spLocks noGrp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14300"/>
            <a:ext cx="8458200" cy="685800"/>
          </a:xfrm>
        </p:spPr>
        <p:txBody>
          <a:bodyPr anchor="ctr"/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25D49FD6-F7D0-42D6-A481-AA5481D20EAC}" type="datetime1">
              <a:rPr lang="en-US" smtClean="0"/>
              <a:t>6/3/2026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1" name="BottomBar_201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7EABFE7F-7DE3-4C5C-9DDE-885E136B1902}" type="datetime1">
              <a:rPr lang="en-US" smtClean="0"/>
              <a:t>6/3/2026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0" name="BottomBar_200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Band8"/>
          <p:cNvSpPr>
            <a:spLocks noGrp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14300"/>
            <a:ext cx="8458200" cy="685800"/>
          </a:xfrm>
        </p:spPr>
        <p:txBody>
          <a:bodyPr anchor="ctr"/>
          <a:lstStyle>
            <a:lvl1pPr algn="l"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914400"/>
            <a:ext cx="8458200" cy="31496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4165600"/>
            <a:ext cx="8458200" cy="685800"/>
          </a:xfrm>
        </p:spPr>
        <p:txBody>
          <a:bodyPr/>
          <a:lstStyle>
            <a:lvl1pPr marL="0" indent="0" algn="ctr">
              <a:buNone/>
              <a:defRPr sz="1050"/>
            </a:lvl1pPr>
            <a:lvl2pPr marL="342900" indent="0" algn="ctr">
              <a:buNone/>
              <a:defRPr sz="900"/>
            </a:lvl2pPr>
            <a:lvl3pPr marL="685800" indent="0" algn="ctr">
              <a:buNone/>
              <a:defRPr sz="750"/>
            </a:lvl3pPr>
            <a:lvl4pPr marL="1028700" indent="0" algn="ctr">
              <a:buNone/>
              <a:defRPr sz="675"/>
            </a:lvl4pPr>
            <a:lvl5pPr marL="1371600" indent="0" algn="ctr">
              <a:buNone/>
              <a:defRPr sz="675"/>
            </a:lvl5pPr>
            <a:lvl6pPr marL="1714500" indent="0" algn="ctr">
              <a:buNone/>
              <a:defRPr sz="675"/>
            </a:lvl6pPr>
            <a:lvl7pPr marL="2057400" indent="0" algn="ctr">
              <a:buNone/>
              <a:defRPr sz="675"/>
            </a:lvl7pPr>
            <a:lvl8pPr marL="2400300" indent="0" algn="ctr">
              <a:buNone/>
              <a:defRPr sz="675"/>
            </a:lvl8pPr>
            <a:lvl9pPr marL="2743200" indent="0" algn="ctr">
              <a:buNone/>
              <a:defRPr sz="675"/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1A53C752-E829-4D81-8D2E-B6DBC686B816}" type="datetime1">
              <a:rPr lang="en-US" smtClean="0"/>
              <a:t>6/3/2026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1" name="BottomBar_201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" y="4343400"/>
            <a:ext cx="2743200" cy="4572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9285CDA1-0D1E-43C0-A477-CFC1CDE90924}" type="datetime1">
              <a:rPr lang="en-US" smtClean="0"/>
              <a:t>6/3/2026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D55B1E39-EBDC-4125-960B-EAB942CF739B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4300" y="4971800"/>
            <a:ext cx="2743200" cy="152400"/>
          </a:xfrm>
        </p:spPr>
        <p:txBody>
          <a:bodyPr/>
          <a:lstStyle/>
          <a:p>
            <a:pPr algn="l"/>
            <a:fld id="{AA91DBF8-63C9-4DAC-ACD5-D0025B5E6DE0}" type="datetime1">
              <a:rPr lang="en-US" smtClean="0"/>
              <a:t>6/3/2026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86200" y="4971800"/>
            <a:ext cx="2743600" cy="152400"/>
          </a:xfrm>
        </p:spPr>
        <p:txBody>
          <a:bodyPr/>
          <a:lstStyle/>
          <a:p>
            <a:pPr algn="r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dirty="0"/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4971800"/>
            <a:ext cx="27432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CD88393B-0495-4F5F-B383-B40CB3A84333}" type="datetime1">
              <a:rPr lang="en-US" sz="1000" smtClean="0">
                <a:solidFill>
                  <a:srgbClr val="FFFFFF"/>
                </a:solidFill>
              </a:rPr>
              <a:t>6/3/2026</a:t>
            </a:fld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6200" y="4971800"/>
            <a:ext cx="27436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C5EF2332-01BF-834F-8236-50238282D533}" type="slidenum">
              <a:rPr lang="en-US" sz="1000" dirty="0" smtClean="0">
                <a:solidFill>
                  <a:srgbClr val="FFFFFF"/>
                </a:solidFill>
              </a:rPr>
              <a:t>‹#›</a:t>
            </a:fld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00" name="BottomBar"/>
          <p:cNvSpPr>
            <a:spLocks noGrp="1"/>
          </p:cNvSpPr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TopLine"/>
          <p:cNvSpPr>
            <a:spLocks noGrp="1"/>
          </p:cNvSpPr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84161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idx="3"/>
          </p:nvPr>
        </p:nvSpPr>
        <p:spPr>
          <a:xfrm>
            <a:off x="2857500" y="4953000"/>
            <a:ext cx="3428700" cy="190500"/>
          </a:xfrm>
        </p:spPr>
        <p:txBody>
          <a:bodyPr vert="horz" wrap="none" lIns="91440" tIns="45720" rIns="91440" bIns="45720" rtlCol="0" anchor="ctr"/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900" dirty="0">
                <a:solidFill>
                  <a:srgbClr val="FFFFFF"/>
                </a:solidFill>
              </a:rPr>
              <a:t>OU Health | Molecular Genetics and Genome Sciences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78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hf hdr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rgbClr val="841617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1A1A1A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1A1A1A"/>
          </a:solidFill>
        </a:defRPr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University of Oklahoma Health Campus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dirty="0">
                <a:solidFill>
                  <a:srgbClr val="1A1A1A"/>
                </a:solidFill>
              </a:rPr>
              <a:t>Presentation Title</a:t>
            </a:r>
          </a:p>
          <a:p>
            <a:pPr algn="ctr"/>
            <a:r>
              <a:rPr lang="en-US" sz="1600" dirty="0">
                <a:solidFill>
                  <a:srgbClr val="444444"/>
                </a:solidFill>
              </a:rPr>
              <a:t>Author Name · Department · Date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7EF13-BFA3-4331-76DE-ECC5C1F2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4D36E25-451D-4DA3-B471-2F01BB1AE477}" type="datetime1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A1ECD-0396-7195-4A05-D43745349E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2BB875-DB9A-DFDD-C194-BD635D13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53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1800" dirty="0"/>
              <a:t>First bullet point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Second bullet point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Third bullet point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9D005E28-A71D-30C7-2562-752DF74B2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44F409F-CE40-49C5-B22C-AE9AE7109C0A}" type="datetime1">
              <a:rPr lang="en-US" smtClean="0"/>
              <a:t>6/3/2026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2AEFD67A-5A8B-8B7E-660D-BC7B6BAB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94348540-059C-C20A-E432-DBC5CE9120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71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8F5-ACFA-9274-EDD0-5133519D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8F794-E1D8-9568-352D-A56F23FD4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2000" dirty="0">
                <a:solidFill>
                  <a:srgbClr val="FFFFFF"/>
                </a:solidFill>
              </a:rPr>
              <a:t>Section subtitle or description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80D3B125-3AA3-67E4-DFDD-FEC3EFCFE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13132CD-BD4B-4FBB-A1FC-CECC048EA2B1}" type="datetime1">
              <a:rPr lang="en-US" smtClean="0"/>
              <a:t>6/3/2026</a:t>
            </a:fld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D3CDFB8-09D6-C7C3-E9DC-9558F805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2EC655D9-A0AD-568D-7000-292D109552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7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D01C-87D0-D181-9E47-72F226A3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Two 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5E8C-5B0D-B1E5-63F4-1D39299D55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1800"/>
              <a:t>Left column
First point
Second point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7BD95-431B-6C4E-48AC-C431679309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800"/>
              <a:t>Right column
First point
Second point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550CEF72-DC79-3DCC-6946-FDA90A19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E3F55888-96AE-4B79-A882-3411056F0B76}" type="datetime1">
              <a:rPr lang="en-US" smtClean="0"/>
              <a:t>6/3/2026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A7CEC087-F027-D1B6-A1E1-C0F37737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110F135F-6539-2117-9883-A0C686277BB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CE48-C00C-A124-3315-CAADEDD5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Comparison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3DF74-F9C5-319C-E852-76FFE3DB2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sz="1800" b="1" dirty="0"/>
              <a:t>Category 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6BBF5-6EEF-16F3-4F1C-E3AEDDE266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1800" dirty="0"/>
              <a:t>Item one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Item two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Item three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9A818E-015B-95D0-37C1-4E0C39190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sz="1800" b="1" dirty="0"/>
              <a:t>Category 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DCC7DC-C39A-A310-14F1-07892401532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1800" dirty="0"/>
              <a:t>Item one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Item two</a:t>
            </a:r>
          </a:p>
          <a:p>
            <a:pPr marL="457200" indent="-457200">
              <a:buFont typeface="Arial"/>
              <a:buChar char="•"/>
            </a:pPr>
            <a:r>
              <a:rPr lang="en-US" sz="1800" dirty="0"/>
              <a:t>Item three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7BC5E1C6-C53D-9658-8ABA-17C1FDC3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E267C99-06F8-4DF7-A854-7934F51CE3BF}" type="datetime1">
              <a:rPr lang="en-US" smtClean="0"/>
              <a:t>6/3/2026</a:t>
            </a:fld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06451C9-D0AA-CA29-047B-FF4BA4D9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2B7A07D9-BF64-4B6D-DAC1-353F4DA2C3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98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6DFDE-BCB6-3B5A-6167-5AADE4F03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Content with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AC33D-E72F-A11A-AD73-A0E5C2BB9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 anchorCtr="0">
            <a:normAutofit/>
          </a:bodyPr>
          <a:lstStyle/>
          <a:p>
            <a:pPr marL="0" indent="0" algn="ctr">
              <a:buFont typeface="Arial"/>
              <a:buChar char="•"/>
            </a:pPr>
            <a:r>
              <a:rPr lang="en-US" sz="1800" dirty="0"/>
              <a:t>Main content area — bullets, images, or charts go here</a:t>
            </a:r>
          </a:p>
          <a:p>
            <a:pPr marL="0" indent="0" algn="ctr">
              <a:buFont typeface="Arial"/>
              <a:buChar char="•"/>
            </a:pPr>
            <a:r>
              <a:rPr lang="en-US" sz="1800" dirty="0"/>
              <a:t>Second point</a:t>
            </a:r>
          </a:p>
          <a:p>
            <a:pPr marL="0" indent="0" algn="ctr">
              <a:buFont typeface="Arial"/>
              <a:buChar char="•"/>
            </a:pPr>
            <a:r>
              <a:rPr lang="en-US" sz="1800" dirty="0"/>
              <a:t>Third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0A6CF-3FD8-00A8-93FA-70AC77E16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1600" i="1" dirty="0">
                <a:solidFill>
                  <a:srgbClr val="555555"/>
                </a:solidFill>
              </a:rPr>
              <a:t>Caption text — describe the figure, chart, or content above.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ED03A5D2-989E-E993-2DA5-3FF23BF02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980A6E40-EFCC-4AAD-A960-87A1B0561F01}" type="datetime1">
              <a:rPr lang="en-US" smtClean="0"/>
              <a:t>6/3/2026</a:t>
            </a:fld>
            <a:endParaRPr lang="en-US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EE6D9869-EB3C-9B16-DCAE-406FB016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E9502AD0-C9EF-21FE-06B2-4ADC210A0E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71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D0092-A01A-8A97-AF8C-E4C7B684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Title Only Slide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33D25F81-484B-F706-F88C-284913FB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19D05C76-254F-4497-A2CE-3B61BF45FD3E}" type="datetime1">
              <a:rPr lang="en-US" smtClean="0"/>
              <a:t>6/3/2026</a:t>
            </a:fld>
            <a:endParaRPr lang="en-US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26DB1034-999A-DA56-BD21-B868C8E4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3C7BBA1-A2E4-FA54-1F0A-7F68C1AA7D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0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F8AA38CA-570F-A3F3-529A-9C0CAE4C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8026D7AD-CB14-4624-A8C4-15E504E1E01D}" type="datetime1">
              <a:rPr lang="en-US" smtClean="0"/>
              <a:t>6/3/2026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9219001-C4E8-D1E3-EC8C-0966A51E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3EEAA6C0-A7D0-A573-858D-D43E8A5235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OU Health | Molecular Genetics and Genome Sciences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98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0505616670]">
  <a:themeElements>
    <a:clrScheme name="Office">
      <a:dk1>
        <a:srgbClr val="1A1A1A"/>
      </a:dk1>
      <a:lt1>
        <a:srgbClr val="FFFFFF"/>
      </a:lt1>
      <a:dk2>
        <a:srgbClr val="4E0002"/>
      </a:dk2>
      <a:lt2>
        <a:srgbClr val="F5F1E8"/>
      </a:lt2>
      <a:accent1>
        <a:srgbClr val="841617"/>
      </a:accent1>
      <a:accent2>
        <a:srgbClr val="841617"/>
      </a:accent2>
      <a:accent3>
        <a:srgbClr val="4A6FA5"/>
      </a:accent3>
      <a:accent4>
        <a:srgbClr val="2D6A4F"/>
      </a:accent4>
      <a:accent5>
        <a:srgbClr val="E9C46A"/>
      </a:accent5>
      <a:accent6>
        <a:srgbClr val="6C757D"/>
      </a:accent6>
      <a:hlink>
        <a:srgbClr val="0000FF"/>
      </a:hlink>
      <a:folHlink>
        <a:srgbClr val="800080"/>
      </a:folHlink>
    </a:clrScheme>
    <a:fontScheme name="Office">
      <a:majorFont>
        <a:latin typeface="Franklin Gothic Medium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A18A1AF-BA3C-451E-A558-DAB5F3DD80E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a46003f-cb39-4ec6-abc0-719a2ccfd36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200</Words>
  <Application>Microsoft Office PowerPoint</Application>
  <PresentationFormat>On-screen Show (16:9)</PresentationFormat>
  <Paragraphs>57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Medium</vt:lpstr>
      <vt:lpstr>Trebuchet MS</vt:lpstr>
      <vt:lpstr>Office Theme [1780505616670]</vt:lpstr>
      <vt:lpstr>University of Oklahoma Health Campus</vt:lpstr>
      <vt:lpstr>Slide Title</vt:lpstr>
      <vt:lpstr>Section Title</vt:lpstr>
      <vt:lpstr>Two Column Slide</vt:lpstr>
      <vt:lpstr>Comparison Slide</vt:lpstr>
      <vt:lpstr>Content with Caption</vt:lpstr>
      <vt:lpstr>Title Only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Biddy, Brent   (HSC)</cp:lastModifiedBy>
  <cp:revision>140</cp:revision>
  <dcterms:created xsi:type="dcterms:W3CDTF">2017-06-05T14:10:58Z</dcterms:created>
  <dcterms:modified xsi:type="dcterms:W3CDTF">2026-06-03T16:53:54Z</dcterms:modified>
</cp:coreProperties>
</file>